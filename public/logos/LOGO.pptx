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7"/>
  </p:notesMasterIdLst>
  <p:handoutMasterIdLst>
    <p:handoutMasterId r:id="rId8"/>
  </p:handoutMasterIdLst>
  <p:sldIdLst>
    <p:sldId id="328" r:id="rId5"/>
    <p:sldId id="329" r:id="rId6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E061B67-0C4E-F3D9-F4AF-07C2C7A6EB66}" name="Vicente  Pradenas" initials="VP" userId="S::vpradenas@protectora.cl::002595ec-136e-43a2-8f61-872c526abd9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3A46"/>
    <a:srgbClr val="FFC000"/>
    <a:srgbClr val="FFFFFF"/>
    <a:srgbClr val="89898A"/>
    <a:srgbClr val="000080"/>
    <a:srgbClr val="4472C4"/>
    <a:srgbClr val="7030A0"/>
    <a:srgbClr val="70AD47"/>
    <a:srgbClr val="D9E1F2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>
        <p:scale>
          <a:sx n="75" d="100"/>
          <a:sy n="75" d="100"/>
        </p:scale>
        <p:origin x="2097" y="829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56" d="100"/>
          <a:sy n="56" d="100"/>
        </p:scale>
        <p:origin x="3008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ente Pradenas Concha" userId="dedef5e1-9a51-4ee9-9047-8383b8335091" providerId="ADAL" clId="{C8D2A7B5-6A55-4AA5-BFF3-0FBA035576D3}"/>
    <pc:docChg chg="undo custSel modSld modMainMaster">
      <pc:chgData name="Vicente Pradenas Concha" userId="dedef5e1-9a51-4ee9-9047-8383b8335091" providerId="ADAL" clId="{C8D2A7B5-6A55-4AA5-BFF3-0FBA035576D3}" dt="2024-11-05T14:25:24.843" v="19" actId="478"/>
      <pc:docMkLst>
        <pc:docMk/>
      </pc:docMkLst>
      <pc:sldChg chg="delSp modSp mod">
        <pc:chgData name="Vicente Pradenas Concha" userId="dedef5e1-9a51-4ee9-9047-8383b8335091" providerId="ADAL" clId="{C8D2A7B5-6A55-4AA5-BFF3-0FBA035576D3}" dt="2024-11-05T14:25:24.843" v="19" actId="478"/>
        <pc:sldMkLst>
          <pc:docMk/>
          <pc:sldMk cId="102178054" sldId="328"/>
        </pc:sldMkLst>
        <pc:spChg chg="del mod">
          <ac:chgData name="Vicente Pradenas Concha" userId="dedef5e1-9a51-4ee9-9047-8383b8335091" providerId="ADAL" clId="{C8D2A7B5-6A55-4AA5-BFF3-0FBA035576D3}" dt="2024-11-05T14:24:33.971" v="9" actId="478"/>
          <ac:spMkLst>
            <pc:docMk/>
            <pc:sldMk cId="102178054" sldId="328"/>
            <ac:spMk id="3" creationId="{35EFAEEE-AF08-733F-E97D-14DA2B9C160D}"/>
          </ac:spMkLst>
        </pc:spChg>
        <pc:spChg chg="del">
          <ac:chgData name="Vicente Pradenas Concha" userId="dedef5e1-9a51-4ee9-9047-8383b8335091" providerId="ADAL" clId="{C8D2A7B5-6A55-4AA5-BFF3-0FBA035576D3}" dt="2024-11-05T14:24:39.919" v="12" actId="478"/>
          <ac:spMkLst>
            <pc:docMk/>
            <pc:sldMk cId="102178054" sldId="328"/>
            <ac:spMk id="5" creationId="{6D4BC2CA-9A9F-1DF6-A1E4-325E744FDFBD}"/>
          </ac:spMkLst>
        </pc:spChg>
        <pc:spChg chg="del">
          <ac:chgData name="Vicente Pradenas Concha" userId="dedef5e1-9a51-4ee9-9047-8383b8335091" providerId="ADAL" clId="{C8D2A7B5-6A55-4AA5-BFF3-0FBA035576D3}" dt="2024-11-05T14:24:37.091" v="10" actId="478"/>
          <ac:spMkLst>
            <pc:docMk/>
            <pc:sldMk cId="102178054" sldId="328"/>
            <ac:spMk id="6" creationId="{FAA2E646-A6F2-153D-49AE-EE0D4D9550B7}"/>
          </ac:spMkLst>
        </pc:spChg>
        <pc:spChg chg="del">
          <ac:chgData name="Vicente Pradenas Concha" userId="dedef5e1-9a51-4ee9-9047-8383b8335091" providerId="ADAL" clId="{C8D2A7B5-6A55-4AA5-BFF3-0FBA035576D3}" dt="2024-11-05T14:24:37.091" v="10" actId="478"/>
          <ac:spMkLst>
            <pc:docMk/>
            <pc:sldMk cId="102178054" sldId="328"/>
            <ac:spMk id="7" creationId="{5C4751E9-953E-28F9-3790-45B5D82C267F}"/>
          </ac:spMkLst>
        </pc:spChg>
        <pc:spChg chg="del">
          <ac:chgData name="Vicente Pradenas Concha" userId="dedef5e1-9a51-4ee9-9047-8383b8335091" providerId="ADAL" clId="{C8D2A7B5-6A55-4AA5-BFF3-0FBA035576D3}" dt="2024-11-05T14:24:37.091" v="10" actId="478"/>
          <ac:spMkLst>
            <pc:docMk/>
            <pc:sldMk cId="102178054" sldId="328"/>
            <ac:spMk id="8" creationId="{D8D058A5-B3D0-BF46-948E-1A8397FE157F}"/>
          </ac:spMkLst>
        </pc:spChg>
        <pc:spChg chg="del">
          <ac:chgData name="Vicente Pradenas Concha" userId="dedef5e1-9a51-4ee9-9047-8383b8335091" providerId="ADAL" clId="{C8D2A7B5-6A55-4AA5-BFF3-0FBA035576D3}" dt="2024-11-05T14:24:37.091" v="10" actId="478"/>
          <ac:spMkLst>
            <pc:docMk/>
            <pc:sldMk cId="102178054" sldId="328"/>
            <ac:spMk id="10" creationId="{E0698044-8E2F-1978-5E2E-D1030EFF4BC7}"/>
          </ac:spMkLst>
        </pc:spChg>
        <pc:spChg chg="del">
          <ac:chgData name="Vicente Pradenas Concha" userId="dedef5e1-9a51-4ee9-9047-8383b8335091" providerId="ADAL" clId="{C8D2A7B5-6A55-4AA5-BFF3-0FBA035576D3}" dt="2024-11-05T14:24:31.925" v="7" actId="478"/>
          <ac:spMkLst>
            <pc:docMk/>
            <pc:sldMk cId="102178054" sldId="328"/>
            <ac:spMk id="11" creationId="{26FE5569-7A29-F850-2F70-8D404962EFDE}"/>
          </ac:spMkLst>
        </pc:spChg>
        <pc:spChg chg="del">
          <ac:chgData name="Vicente Pradenas Concha" userId="dedef5e1-9a51-4ee9-9047-8383b8335091" providerId="ADAL" clId="{C8D2A7B5-6A55-4AA5-BFF3-0FBA035576D3}" dt="2024-11-05T14:25:24.843" v="19" actId="478"/>
          <ac:spMkLst>
            <pc:docMk/>
            <pc:sldMk cId="102178054" sldId="328"/>
            <ac:spMk id="13" creationId="{0CCB6B23-9406-1CA4-A83C-BD32C4979862}"/>
          </ac:spMkLst>
        </pc:spChg>
        <pc:spChg chg="mod">
          <ac:chgData name="Vicente Pradenas Concha" userId="dedef5e1-9a51-4ee9-9047-8383b8335091" providerId="ADAL" clId="{C8D2A7B5-6A55-4AA5-BFF3-0FBA035576D3}" dt="2024-11-05T14:25:24.082" v="18" actId="1076"/>
          <ac:spMkLst>
            <pc:docMk/>
            <pc:sldMk cId="102178054" sldId="328"/>
            <ac:spMk id="14" creationId="{EB8218F2-8BBA-F574-D480-C51E8DCD8D84}"/>
          </ac:spMkLst>
        </pc:spChg>
        <pc:spChg chg="del">
          <ac:chgData name="Vicente Pradenas Concha" userId="dedef5e1-9a51-4ee9-9047-8383b8335091" providerId="ADAL" clId="{C8D2A7B5-6A55-4AA5-BFF3-0FBA035576D3}" dt="2024-11-05T14:24:37.091" v="10" actId="478"/>
          <ac:spMkLst>
            <pc:docMk/>
            <pc:sldMk cId="102178054" sldId="328"/>
            <ac:spMk id="15" creationId="{8A7D63B8-7947-8DAA-23B2-72D71460DA49}"/>
          </ac:spMkLst>
        </pc:spChg>
        <pc:spChg chg="del">
          <ac:chgData name="Vicente Pradenas Concha" userId="dedef5e1-9a51-4ee9-9047-8383b8335091" providerId="ADAL" clId="{C8D2A7B5-6A55-4AA5-BFF3-0FBA035576D3}" dt="2024-11-05T14:24:37.091" v="10" actId="478"/>
          <ac:spMkLst>
            <pc:docMk/>
            <pc:sldMk cId="102178054" sldId="328"/>
            <ac:spMk id="16" creationId="{CB875A5C-4728-37F4-9FA8-D45C760D954B}"/>
          </ac:spMkLst>
        </pc:spChg>
        <pc:spChg chg="del">
          <ac:chgData name="Vicente Pradenas Concha" userId="dedef5e1-9a51-4ee9-9047-8383b8335091" providerId="ADAL" clId="{C8D2A7B5-6A55-4AA5-BFF3-0FBA035576D3}" dt="2024-11-05T14:24:37.091" v="10" actId="478"/>
          <ac:spMkLst>
            <pc:docMk/>
            <pc:sldMk cId="102178054" sldId="328"/>
            <ac:spMk id="17" creationId="{FDBBCF40-9D0C-24BF-2FD4-A10AF458199B}"/>
          </ac:spMkLst>
        </pc:spChg>
        <pc:spChg chg="del">
          <ac:chgData name="Vicente Pradenas Concha" userId="dedef5e1-9a51-4ee9-9047-8383b8335091" providerId="ADAL" clId="{C8D2A7B5-6A55-4AA5-BFF3-0FBA035576D3}" dt="2024-11-05T14:24:37.091" v="10" actId="478"/>
          <ac:spMkLst>
            <pc:docMk/>
            <pc:sldMk cId="102178054" sldId="328"/>
            <ac:spMk id="18" creationId="{60B507E9-43A0-63C8-B455-6D96BBE3DBF0}"/>
          </ac:spMkLst>
        </pc:spChg>
        <pc:spChg chg="del">
          <ac:chgData name="Vicente Pradenas Concha" userId="dedef5e1-9a51-4ee9-9047-8383b8335091" providerId="ADAL" clId="{C8D2A7B5-6A55-4AA5-BFF3-0FBA035576D3}" dt="2024-11-05T14:24:37.091" v="10" actId="478"/>
          <ac:spMkLst>
            <pc:docMk/>
            <pc:sldMk cId="102178054" sldId="328"/>
            <ac:spMk id="19" creationId="{7A17E128-7769-AF01-B6FD-7B377598BA2A}"/>
          </ac:spMkLst>
        </pc:spChg>
        <pc:spChg chg="del">
          <ac:chgData name="Vicente Pradenas Concha" userId="dedef5e1-9a51-4ee9-9047-8383b8335091" providerId="ADAL" clId="{C8D2A7B5-6A55-4AA5-BFF3-0FBA035576D3}" dt="2024-11-05T14:24:37.091" v="10" actId="478"/>
          <ac:spMkLst>
            <pc:docMk/>
            <pc:sldMk cId="102178054" sldId="328"/>
            <ac:spMk id="20" creationId="{0B74369B-BCF8-C669-5E36-6B247A36330A}"/>
          </ac:spMkLst>
        </pc:spChg>
        <pc:spChg chg="del">
          <ac:chgData name="Vicente Pradenas Concha" userId="dedef5e1-9a51-4ee9-9047-8383b8335091" providerId="ADAL" clId="{C8D2A7B5-6A55-4AA5-BFF3-0FBA035576D3}" dt="2024-11-05T14:24:37.091" v="10" actId="478"/>
          <ac:spMkLst>
            <pc:docMk/>
            <pc:sldMk cId="102178054" sldId="328"/>
            <ac:spMk id="21" creationId="{60CB2CD3-B105-64C5-6568-227ED0327CA4}"/>
          </ac:spMkLst>
        </pc:spChg>
        <pc:spChg chg="del">
          <ac:chgData name="Vicente Pradenas Concha" userId="dedef5e1-9a51-4ee9-9047-8383b8335091" providerId="ADAL" clId="{C8D2A7B5-6A55-4AA5-BFF3-0FBA035576D3}" dt="2024-11-05T14:24:37.091" v="10" actId="478"/>
          <ac:spMkLst>
            <pc:docMk/>
            <pc:sldMk cId="102178054" sldId="328"/>
            <ac:spMk id="22" creationId="{4FA4D5CD-CC44-85BD-387D-A5F26AC33D19}"/>
          </ac:spMkLst>
        </pc:spChg>
        <pc:spChg chg="del">
          <ac:chgData name="Vicente Pradenas Concha" userId="dedef5e1-9a51-4ee9-9047-8383b8335091" providerId="ADAL" clId="{C8D2A7B5-6A55-4AA5-BFF3-0FBA035576D3}" dt="2024-11-05T14:24:37.091" v="10" actId="478"/>
          <ac:spMkLst>
            <pc:docMk/>
            <pc:sldMk cId="102178054" sldId="328"/>
            <ac:spMk id="23" creationId="{8559AE2A-96DF-2F1F-EC0E-9592620E082A}"/>
          </ac:spMkLst>
        </pc:spChg>
        <pc:spChg chg="del">
          <ac:chgData name="Vicente Pradenas Concha" userId="dedef5e1-9a51-4ee9-9047-8383b8335091" providerId="ADAL" clId="{C8D2A7B5-6A55-4AA5-BFF3-0FBA035576D3}" dt="2024-11-05T14:24:37.091" v="10" actId="478"/>
          <ac:spMkLst>
            <pc:docMk/>
            <pc:sldMk cId="102178054" sldId="328"/>
            <ac:spMk id="24" creationId="{DEAD5AF5-06BE-5C0C-83BA-2B5EBC7B1281}"/>
          </ac:spMkLst>
        </pc:spChg>
        <pc:spChg chg="del">
          <ac:chgData name="Vicente Pradenas Concha" userId="dedef5e1-9a51-4ee9-9047-8383b8335091" providerId="ADAL" clId="{C8D2A7B5-6A55-4AA5-BFF3-0FBA035576D3}" dt="2024-11-05T14:24:38.616" v="11" actId="478"/>
          <ac:spMkLst>
            <pc:docMk/>
            <pc:sldMk cId="102178054" sldId="328"/>
            <ac:spMk id="25" creationId="{D951C071-4A48-3066-34D1-399239E34F32}"/>
          </ac:spMkLst>
        </pc:spChg>
      </pc:sldChg>
      <pc:sldChg chg="delSp modSp mod">
        <pc:chgData name="Vicente Pradenas Concha" userId="dedef5e1-9a51-4ee9-9047-8383b8335091" providerId="ADAL" clId="{C8D2A7B5-6A55-4AA5-BFF3-0FBA035576D3}" dt="2024-11-05T14:25:20.322" v="17" actId="14100"/>
        <pc:sldMkLst>
          <pc:docMk/>
          <pc:sldMk cId="2445501058" sldId="329"/>
        </pc:sldMkLst>
        <pc:spChg chg="del mod">
          <ac:chgData name="Vicente Pradenas Concha" userId="dedef5e1-9a51-4ee9-9047-8383b8335091" providerId="ADAL" clId="{C8D2A7B5-6A55-4AA5-BFF3-0FBA035576D3}" dt="2024-11-05T14:24:11.218" v="2" actId="478"/>
          <ac:spMkLst>
            <pc:docMk/>
            <pc:sldMk cId="2445501058" sldId="329"/>
            <ac:spMk id="5" creationId="{6D4BC2CA-9A9F-1DF6-A1E4-325E744FDFBD}"/>
          </ac:spMkLst>
        </pc:spChg>
        <pc:spChg chg="del">
          <ac:chgData name="Vicente Pradenas Concha" userId="dedef5e1-9a51-4ee9-9047-8383b8335091" providerId="ADAL" clId="{C8D2A7B5-6A55-4AA5-BFF3-0FBA035576D3}" dt="2024-11-05T14:24:09.182" v="1" actId="478"/>
          <ac:spMkLst>
            <pc:docMk/>
            <pc:sldMk cId="2445501058" sldId="329"/>
            <ac:spMk id="11" creationId="{26FE5569-7A29-F850-2F70-8D404962EFDE}"/>
          </ac:spMkLst>
        </pc:spChg>
        <pc:grpChg chg="del">
          <ac:chgData name="Vicente Pradenas Concha" userId="dedef5e1-9a51-4ee9-9047-8383b8335091" providerId="ADAL" clId="{C8D2A7B5-6A55-4AA5-BFF3-0FBA035576D3}" dt="2024-11-05T14:24:12.641" v="3" actId="478"/>
          <ac:grpSpMkLst>
            <pc:docMk/>
            <pc:sldMk cId="2445501058" sldId="329"/>
            <ac:grpSpMk id="3" creationId="{A95C7250-EC8E-CA79-FEA7-238408C167B6}"/>
          </ac:grpSpMkLst>
        </pc:grpChg>
        <pc:grpChg chg="mod">
          <ac:chgData name="Vicente Pradenas Concha" userId="dedef5e1-9a51-4ee9-9047-8383b8335091" providerId="ADAL" clId="{C8D2A7B5-6A55-4AA5-BFF3-0FBA035576D3}" dt="2024-11-05T14:25:20.322" v="17" actId="14100"/>
          <ac:grpSpMkLst>
            <pc:docMk/>
            <pc:sldMk cId="2445501058" sldId="329"/>
            <ac:grpSpMk id="12" creationId="{B810D7B5-EEB8-D3B8-49B1-BBF71757D17D}"/>
          </ac:grpSpMkLst>
        </pc:grpChg>
      </pc:sldChg>
      <pc:sldMasterChg chg="modSldLayout">
        <pc:chgData name="Vicente Pradenas Concha" userId="dedef5e1-9a51-4ee9-9047-8383b8335091" providerId="ADAL" clId="{C8D2A7B5-6A55-4AA5-BFF3-0FBA035576D3}" dt="2024-11-05T14:25:13.382" v="14" actId="478"/>
        <pc:sldMasterMkLst>
          <pc:docMk/>
          <pc:sldMasterMk cId="2521255718" sldId="2147483684"/>
        </pc:sldMasterMkLst>
        <pc:sldLayoutChg chg="delSp mod">
          <pc:chgData name="Vicente Pradenas Concha" userId="dedef5e1-9a51-4ee9-9047-8383b8335091" providerId="ADAL" clId="{C8D2A7B5-6A55-4AA5-BFF3-0FBA035576D3}" dt="2024-11-05T14:25:13.382" v="14" actId="478"/>
          <pc:sldLayoutMkLst>
            <pc:docMk/>
            <pc:sldMasterMk cId="2521255718" sldId="2147483684"/>
            <pc:sldLayoutMk cId="3858332531" sldId="2147483691"/>
          </pc:sldLayoutMkLst>
          <pc:spChg chg="del topLvl">
            <ac:chgData name="Vicente Pradenas Concha" userId="dedef5e1-9a51-4ee9-9047-8383b8335091" providerId="ADAL" clId="{C8D2A7B5-6A55-4AA5-BFF3-0FBA035576D3}" dt="2024-11-05T14:25:13.382" v="14" actId="478"/>
            <ac:spMkLst>
              <pc:docMk/>
              <pc:sldMasterMk cId="2521255718" sldId="2147483684"/>
              <pc:sldLayoutMk cId="3858332531" sldId="2147483691"/>
              <ac:spMk id="6" creationId="{05956EFF-91B0-B1CD-39D7-A15EE012FD1C}"/>
            </ac:spMkLst>
          </pc:spChg>
          <pc:spChg chg="del topLvl">
            <ac:chgData name="Vicente Pradenas Concha" userId="dedef5e1-9a51-4ee9-9047-8383b8335091" providerId="ADAL" clId="{C8D2A7B5-6A55-4AA5-BFF3-0FBA035576D3}" dt="2024-11-05T14:25:12.393" v="13" actId="478"/>
            <ac:spMkLst>
              <pc:docMk/>
              <pc:sldMasterMk cId="2521255718" sldId="2147483684"/>
              <pc:sldLayoutMk cId="3858332531" sldId="2147483691"/>
              <ac:spMk id="7" creationId="{A170AFCD-33E2-A111-876F-12CB4B021189}"/>
            </ac:spMkLst>
          </pc:spChg>
          <pc:grpChg chg="del">
            <ac:chgData name="Vicente Pradenas Concha" userId="dedef5e1-9a51-4ee9-9047-8383b8335091" providerId="ADAL" clId="{C8D2A7B5-6A55-4AA5-BFF3-0FBA035576D3}" dt="2024-11-05T14:25:12.393" v="13" actId="478"/>
            <ac:grpSpMkLst>
              <pc:docMk/>
              <pc:sldMasterMk cId="2521255718" sldId="2147483684"/>
              <pc:sldLayoutMk cId="3858332531" sldId="2147483691"/>
              <ac:grpSpMk id="5" creationId="{669156A9-D0B2-7005-8205-ED4BA8E81EE3}"/>
            </ac:grpSpMkLst>
          </pc:gr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251525F-CA02-45B6-8BE5-17305369F782}" type="datetime1">
              <a:rPr lang="es-ES" smtClean="0"/>
              <a:t>04/11/2024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CFA70580-B89C-4157-871D-6B9318EE5F5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BFF449C-E3E0-45CA-8FC8-EE3F6E0B8129}" type="datetime1">
              <a:rPr lang="es-ES" smtClean="0"/>
              <a:t>04/11/2024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7AF00E9-A49D-4007-B3B9-A3783809E50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s-ES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agregar un título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BC0D048-1646-9174-DD15-F68C027DB6CF}"/>
              </a:ext>
            </a:extLst>
          </p:cNvPr>
          <p:cNvGrpSpPr/>
          <p:nvPr userDrawn="1"/>
        </p:nvGrpSpPr>
        <p:grpSpPr>
          <a:xfrm>
            <a:off x="9886504" y="260772"/>
            <a:ext cx="2075789" cy="396000"/>
            <a:chOff x="9655276" y="1313453"/>
            <a:chExt cx="2075789" cy="396000"/>
          </a:xfrm>
        </p:grpSpPr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F8748784-B5C1-2D16-C79F-913BEE5B6EC3}"/>
                </a:ext>
              </a:extLst>
            </p:cNvPr>
            <p:cNvSpPr/>
            <p:nvPr/>
          </p:nvSpPr>
          <p:spPr>
            <a:xfrm>
              <a:off x="9703170" y="1313453"/>
              <a:ext cx="1980000" cy="396000"/>
            </a:xfrm>
            <a:prstGeom prst="roundRect">
              <a:avLst/>
            </a:prstGeom>
            <a:solidFill>
              <a:srgbClr val="323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000" b="1" spc="300" dirty="0">
                <a:solidFill>
                  <a:srgbClr val="FFFFFF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AA59049C-D139-F3B2-A921-5EA8369718E6}"/>
                </a:ext>
              </a:extLst>
            </p:cNvPr>
            <p:cNvSpPr/>
            <p:nvPr/>
          </p:nvSpPr>
          <p:spPr>
            <a:xfrm>
              <a:off x="9655276" y="1326787"/>
              <a:ext cx="2075789" cy="36933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2400" b="1" kern="2100" spc="60" dirty="0">
                  <a:solidFill>
                    <a:srgbClr val="FFFFFF"/>
                  </a:solidFill>
                  <a:latin typeface="Avenir Next LT Pro" panose="020B0504020202020204" pitchFamily="34" charset="0"/>
                </a:rPr>
                <a:t>DATAORBIT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gradFill>
          <a:gsLst>
            <a:gs pos="0">
              <a:srgbClr val="8898A0"/>
            </a:gs>
            <a:gs pos="100000">
              <a:srgbClr val="9FACB3"/>
            </a:gs>
            <a:gs pos="100000">
              <a:srgbClr val="8898A0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Marcador de contenido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1743075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>
              <a:defRPr lang="es-ES" sz="1200">
                <a:solidFill>
                  <a:schemeClr val="tx1"/>
                </a:solidFill>
              </a:defRPr>
            </a:lvl2pPr>
            <a:lvl3pPr>
              <a:defRPr lang="es-ES" sz="1200">
                <a:solidFill>
                  <a:schemeClr val="tx1"/>
                </a:solidFill>
              </a:defRPr>
            </a:lvl3pPr>
            <a:lvl4pPr>
              <a:defRPr lang="es-ES" sz="1200">
                <a:solidFill>
                  <a:schemeClr val="tx1"/>
                </a:solidFill>
              </a:defRPr>
            </a:lvl4pPr>
            <a:lvl5pPr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dirty="0"/>
              <a:t>Haga clic para agregar contenido</a:t>
            </a:r>
          </a:p>
          <a:p>
            <a:pPr lvl="1" rtl="0"/>
            <a:r>
              <a:rPr lang="es-ES" dirty="0"/>
              <a:t>Segundo nivel</a:t>
            </a:r>
          </a:p>
          <a:p>
            <a:pPr lvl="2" rtl="0"/>
            <a:r>
              <a:rPr lang="es-ES" dirty="0"/>
              <a:t>Tercer nivel</a:t>
            </a:r>
          </a:p>
          <a:p>
            <a:pPr lvl="3" rtl="0"/>
            <a:r>
              <a:rPr lang="es-ES" dirty="0"/>
              <a:t>Cuarto nivel</a:t>
            </a:r>
          </a:p>
          <a:p>
            <a:pPr lvl="4" rtl="0"/>
            <a:r>
              <a:rPr lang="es-ES" dirty="0"/>
              <a:t>Quinto nivel</a:t>
            </a:r>
          </a:p>
        </p:txBody>
      </p:sp>
      <p:sp>
        <p:nvSpPr>
          <p:cNvPr id="20" name="Título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723900"/>
            <a:ext cx="11090275" cy="767808"/>
          </a:xfrm>
        </p:spPr>
        <p:txBody>
          <a:bodyPr rtlCol="0" anchor="b">
            <a:normAutofit/>
          </a:bodyPr>
          <a:lstStyle>
            <a:lvl1pPr>
              <a:defRPr lang="es-ES" sz="4000"/>
            </a:lvl1pPr>
          </a:lstStyle>
          <a:p>
            <a:pPr rtl="0"/>
            <a:r>
              <a:rPr lang="es-ES" dirty="0"/>
              <a:t>Haga clic para agregar un título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es-ES" sz="1800">
                <a:solidFill>
                  <a:schemeClr val="tx1"/>
                </a:solidFill>
              </a:defRPr>
            </a:lvl1pPr>
            <a:lvl2pPr>
              <a:defRPr lang="es-ES" sz="1200">
                <a:solidFill>
                  <a:schemeClr val="tx1"/>
                </a:solidFill>
              </a:defRPr>
            </a:lvl2pPr>
            <a:lvl3pPr>
              <a:defRPr lang="es-ES" sz="1200">
                <a:solidFill>
                  <a:schemeClr val="tx1"/>
                </a:solidFill>
              </a:defRPr>
            </a:lvl3pPr>
            <a:lvl4pPr>
              <a:defRPr lang="es-ES" sz="1200">
                <a:solidFill>
                  <a:schemeClr val="tx1"/>
                </a:solidFill>
              </a:defRPr>
            </a:lvl4pPr>
            <a:lvl5pPr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s-ES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agregar un 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CF5D33DB-18B4-83A3-2065-FC5AC4945E06}"/>
              </a:ext>
            </a:extLst>
          </p:cNvPr>
          <p:cNvGrpSpPr/>
          <p:nvPr userDrawn="1"/>
        </p:nvGrpSpPr>
        <p:grpSpPr>
          <a:xfrm>
            <a:off x="9886504" y="260772"/>
            <a:ext cx="2075789" cy="396000"/>
            <a:chOff x="9655276" y="1313453"/>
            <a:chExt cx="2075789" cy="396000"/>
          </a:xfrm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3D02727E-FE0E-9907-2E12-CA87F6CF08FF}"/>
                </a:ext>
              </a:extLst>
            </p:cNvPr>
            <p:cNvSpPr/>
            <p:nvPr/>
          </p:nvSpPr>
          <p:spPr>
            <a:xfrm>
              <a:off x="9703170" y="1313453"/>
              <a:ext cx="1980000" cy="396000"/>
            </a:xfrm>
            <a:prstGeom prst="roundRect">
              <a:avLst/>
            </a:prstGeom>
            <a:solidFill>
              <a:srgbClr val="323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000" b="1" spc="300" dirty="0">
                <a:solidFill>
                  <a:srgbClr val="FFFFFF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29C79F63-C24B-EC1A-B6C2-F6F68F580F5E}"/>
                </a:ext>
              </a:extLst>
            </p:cNvPr>
            <p:cNvSpPr/>
            <p:nvPr/>
          </p:nvSpPr>
          <p:spPr>
            <a:xfrm>
              <a:off x="9655276" y="1326787"/>
              <a:ext cx="2075789" cy="36933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2400" b="1" kern="2100" spc="60" dirty="0">
                  <a:solidFill>
                    <a:srgbClr val="FFFFFF"/>
                  </a:solidFill>
                  <a:latin typeface="Avenir Next LT Pro" panose="020B0504020202020204" pitchFamily="34" charset="0"/>
                </a:rPr>
                <a:t>DATAORBIT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60EECD74-171A-EE06-1FBF-493155484BA3}"/>
              </a:ext>
            </a:extLst>
          </p:cNvPr>
          <p:cNvGrpSpPr/>
          <p:nvPr userDrawn="1"/>
        </p:nvGrpSpPr>
        <p:grpSpPr>
          <a:xfrm>
            <a:off x="9886504" y="260772"/>
            <a:ext cx="2075789" cy="396000"/>
            <a:chOff x="9655276" y="1313453"/>
            <a:chExt cx="2075789" cy="396000"/>
          </a:xfrm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3A2556C6-2650-3221-7F8B-767F2BE25A3C}"/>
                </a:ext>
              </a:extLst>
            </p:cNvPr>
            <p:cNvSpPr/>
            <p:nvPr/>
          </p:nvSpPr>
          <p:spPr>
            <a:xfrm>
              <a:off x="9703170" y="1313453"/>
              <a:ext cx="1980000" cy="396000"/>
            </a:xfrm>
            <a:prstGeom prst="roundRect">
              <a:avLst/>
            </a:prstGeom>
            <a:solidFill>
              <a:srgbClr val="323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000" b="1" spc="300" dirty="0">
                <a:solidFill>
                  <a:srgbClr val="FFFFFF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18DB639C-47D5-C189-DC6B-A75478EC5377}"/>
                </a:ext>
              </a:extLst>
            </p:cNvPr>
            <p:cNvSpPr/>
            <p:nvPr/>
          </p:nvSpPr>
          <p:spPr>
            <a:xfrm>
              <a:off x="9655276" y="1326787"/>
              <a:ext cx="2075789" cy="36933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2400" b="1" kern="2100" spc="60" dirty="0">
                  <a:solidFill>
                    <a:srgbClr val="FFFFFF"/>
                  </a:solidFill>
                  <a:latin typeface="Avenir Next LT Pro" panose="020B0504020202020204" pitchFamily="34" charset="0"/>
                </a:rPr>
                <a:t>DATAORBIT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>
              <a:defRPr lang="es-ES" sz="1800">
                <a:solidFill>
                  <a:schemeClr val="tx1"/>
                </a:solidFill>
              </a:defRPr>
            </a:lvl2pPr>
            <a:lvl3pPr>
              <a:defRPr lang="es-ES" sz="1800">
                <a:solidFill>
                  <a:schemeClr val="tx1"/>
                </a:solidFill>
              </a:defRPr>
            </a:lvl3pPr>
            <a:lvl4pPr>
              <a:defRPr lang="es-ES" sz="1800">
                <a:solidFill>
                  <a:schemeClr val="tx1"/>
                </a:solidFill>
              </a:defRPr>
            </a:lvl4pPr>
            <a:lvl5pPr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>
              <a:defRPr lang="es-ES" sz="1800">
                <a:solidFill>
                  <a:schemeClr val="tx1"/>
                </a:solidFill>
              </a:defRPr>
            </a:lvl2pPr>
            <a:lvl3pPr>
              <a:defRPr lang="es-ES" sz="1800">
                <a:solidFill>
                  <a:schemeClr val="tx1"/>
                </a:solidFill>
              </a:defRPr>
            </a:lvl3pPr>
            <a:lvl4pPr>
              <a:defRPr lang="es-ES" sz="1800">
                <a:solidFill>
                  <a:schemeClr val="tx1"/>
                </a:solidFill>
              </a:defRPr>
            </a:lvl4pPr>
            <a:lvl5pPr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3DA375E1-4430-D185-CC8E-9B8C3B88B65A}"/>
              </a:ext>
            </a:extLst>
          </p:cNvPr>
          <p:cNvGrpSpPr/>
          <p:nvPr userDrawn="1"/>
        </p:nvGrpSpPr>
        <p:grpSpPr>
          <a:xfrm>
            <a:off x="9886504" y="260772"/>
            <a:ext cx="2075789" cy="396000"/>
            <a:chOff x="9655276" y="1313453"/>
            <a:chExt cx="2075789" cy="396000"/>
          </a:xfrm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D949BB79-61AE-A023-527D-197FF16C08AD}"/>
                </a:ext>
              </a:extLst>
            </p:cNvPr>
            <p:cNvSpPr/>
            <p:nvPr/>
          </p:nvSpPr>
          <p:spPr>
            <a:xfrm>
              <a:off x="9703170" y="1313453"/>
              <a:ext cx="1980000" cy="396000"/>
            </a:xfrm>
            <a:prstGeom prst="roundRect">
              <a:avLst/>
            </a:prstGeom>
            <a:solidFill>
              <a:srgbClr val="323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000" b="1" spc="300" dirty="0">
                <a:solidFill>
                  <a:srgbClr val="FFFFFF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4407532F-43A0-8E1B-7E48-4B5B8775908D}"/>
                </a:ext>
              </a:extLst>
            </p:cNvPr>
            <p:cNvSpPr/>
            <p:nvPr/>
          </p:nvSpPr>
          <p:spPr>
            <a:xfrm>
              <a:off x="9655276" y="1326787"/>
              <a:ext cx="2075789" cy="36933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2400" b="1" kern="2100" spc="60" dirty="0">
                  <a:solidFill>
                    <a:srgbClr val="FFFFFF"/>
                  </a:solidFill>
                  <a:latin typeface="Avenir Next LT Pro" panose="020B0504020202020204" pitchFamily="34" charset="0"/>
                </a:rPr>
                <a:t>DATAORBIT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s-ES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es-ES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es-ES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es-ES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0" name="Marcador de posición de imagen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3D7012B-4133-AD67-287D-B7B2121935CF}"/>
              </a:ext>
            </a:extLst>
          </p:cNvPr>
          <p:cNvGrpSpPr/>
          <p:nvPr userDrawn="1"/>
        </p:nvGrpSpPr>
        <p:grpSpPr>
          <a:xfrm>
            <a:off x="9886504" y="260772"/>
            <a:ext cx="2075789" cy="396000"/>
            <a:chOff x="9655276" y="1313453"/>
            <a:chExt cx="2075789" cy="396000"/>
          </a:xfrm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0A774869-82F9-A443-05E8-132C6040D488}"/>
                </a:ext>
              </a:extLst>
            </p:cNvPr>
            <p:cNvSpPr/>
            <p:nvPr/>
          </p:nvSpPr>
          <p:spPr>
            <a:xfrm>
              <a:off x="9703170" y="1313453"/>
              <a:ext cx="1980000" cy="396000"/>
            </a:xfrm>
            <a:prstGeom prst="roundRect">
              <a:avLst/>
            </a:prstGeom>
            <a:solidFill>
              <a:srgbClr val="323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000" b="1" spc="300" dirty="0">
                <a:solidFill>
                  <a:srgbClr val="FFFFFF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2261BD36-6A38-61DE-A78B-25CFDDF48971}"/>
                </a:ext>
              </a:extLst>
            </p:cNvPr>
            <p:cNvSpPr/>
            <p:nvPr/>
          </p:nvSpPr>
          <p:spPr>
            <a:xfrm>
              <a:off x="9655276" y="1326787"/>
              <a:ext cx="2075789" cy="36933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2400" b="1" kern="2100" spc="60" dirty="0">
                  <a:solidFill>
                    <a:srgbClr val="FFFFFF"/>
                  </a:solidFill>
                  <a:latin typeface="Avenir Next LT Pro" panose="020B0504020202020204" pitchFamily="34" charset="0"/>
                </a:rPr>
                <a:t>DATAORBIT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es-ES" sz="64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s-ES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 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93A7CED8-38F5-99EF-F626-E5F650678741}"/>
              </a:ext>
            </a:extLst>
          </p:cNvPr>
          <p:cNvGrpSpPr/>
          <p:nvPr userDrawn="1"/>
        </p:nvGrpSpPr>
        <p:grpSpPr>
          <a:xfrm>
            <a:off x="9886504" y="260772"/>
            <a:ext cx="2075789" cy="396000"/>
            <a:chOff x="9655276" y="1313453"/>
            <a:chExt cx="2075789" cy="396000"/>
          </a:xfrm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3DEE44B3-64B3-5054-76FB-A48DB762D779}"/>
                </a:ext>
              </a:extLst>
            </p:cNvPr>
            <p:cNvSpPr/>
            <p:nvPr/>
          </p:nvSpPr>
          <p:spPr>
            <a:xfrm>
              <a:off x="9703170" y="1313453"/>
              <a:ext cx="1980000" cy="396000"/>
            </a:xfrm>
            <a:prstGeom prst="roundRect">
              <a:avLst/>
            </a:prstGeom>
            <a:solidFill>
              <a:srgbClr val="323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000" b="1" spc="300" dirty="0">
                <a:solidFill>
                  <a:srgbClr val="FFFFFF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5DA9A56F-7A6D-B8AD-7053-42E3FA4F9364}"/>
                </a:ext>
              </a:extLst>
            </p:cNvPr>
            <p:cNvSpPr/>
            <p:nvPr/>
          </p:nvSpPr>
          <p:spPr>
            <a:xfrm>
              <a:off x="9655276" y="1326787"/>
              <a:ext cx="2075789" cy="36933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2400" b="1" kern="2100" spc="60" dirty="0">
                  <a:solidFill>
                    <a:srgbClr val="FFFFFF"/>
                  </a:solidFill>
                  <a:latin typeface="Avenir Next LT Pro" panose="020B0504020202020204" pitchFamily="34" charset="0"/>
                </a:rPr>
                <a:t>DATAORBIT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posición de imagen 7" descr="Fondo digital de puntos de datos">
            <a:extLst>
              <a:ext uri="{FF2B5EF4-FFF2-40B4-BE49-F238E27FC236}">
                <a16:creationId xmlns:a16="http://schemas.microsoft.com/office/drawing/2014/main" id="{F11BCEEE-8E94-EB46-081A-C03C16F0CE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5000"/>
            <a:duotone>
              <a:prstClr val="black"/>
              <a:srgbClr val="323A46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pic>
        <p:nvPicPr>
          <p:cNvPr id="10" name="Marcador de posición de imagen 7" descr="Fondo digital de puntos de datos">
            <a:extLst>
              <a:ext uri="{FF2B5EF4-FFF2-40B4-BE49-F238E27FC236}">
                <a16:creationId xmlns:a16="http://schemas.microsoft.com/office/drawing/2014/main" id="{9DDDE1AD-D892-C29C-7B56-17673615B6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45000"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9E5743-C22C-172D-9525-362BF4E37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36424C7-81DC-2B2A-0781-510893B2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8545FC5-87CA-6123-80AB-26B90EB6D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BA1B0FB-D917-4C8C-928F-313BD683BF39}" type="slidenum">
              <a:rPr lang="es-ES" smtClean="0"/>
              <a:pPr rtl="0"/>
              <a:t>‹Nº›</a:t>
            </a:fld>
            <a:endParaRPr lang="es-ES" dirty="0"/>
          </a:p>
        </p:txBody>
      </p:sp>
      <p:pic>
        <p:nvPicPr>
          <p:cNvPr id="6" name="Marcador de posición de imagen 7" descr="Fondo digital de puntos de datos">
            <a:extLst>
              <a:ext uri="{FF2B5EF4-FFF2-40B4-BE49-F238E27FC236}">
                <a16:creationId xmlns:a16="http://schemas.microsoft.com/office/drawing/2014/main" id="{3DA4B5B6-AE74-E7A7-7576-6FD112F453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5000"/>
            <a:duotone>
              <a:prstClr val="black"/>
              <a:srgbClr val="323A46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A16AE09A-7A6E-4A5F-C23B-BC082988A005}"/>
              </a:ext>
            </a:extLst>
          </p:cNvPr>
          <p:cNvGrpSpPr/>
          <p:nvPr userDrawn="1"/>
        </p:nvGrpSpPr>
        <p:grpSpPr>
          <a:xfrm>
            <a:off x="3674508" y="2845941"/>
            <a:ext cx="4842983" cy="923900"/>
            <a:chOff x="9655276" y="1313453"/>
            <a:chExt cx="2075789" cy="396000"/>
          </a:xfrm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A9195646-1E34-D77A-D4EA-07C2FAC49DBF}"/>
                </a:ext>
              </a:extLst>
            </p:cNvPr>
            <p:cNvSpPr/>
            <p:nvPr/>
          </p:nvSpPr>
          <p:spPr>
            <a:xfrm>
              <a:off x="9703170" y="1313453"/>
              <a:ext cx="1980000" cy="396000"/>
            </a:xfrm>
            <a:prstGeom prst="roundRect">
              <a:avLst/>
            </a:prstGeom>
            <a:solidFill>
              <a:srgbClr val="323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000" b="1" spc="300" dirty="0">
                <a:solidFill>
                  <a:srgbClr val="FFFFFF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B029D3B7-789B-2B76-683C-59FDDD444B5B}"/>
                </a:ext>
              </a:extLst>
            </p:cNvPr>
            <p:cNvSpPr/>
            <p:nvPr/>
          </p:nvSpPr>
          <p:spPr>
            <a:xfrm>
              <a:off x="9655276" y="1326787"/>
              <a:ext cx="2075789" cy="36933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5400" b="1" kern="2100" spc="60" dirty="0">
                  <a:solidFill>
                    <a:srgbClr val="FFFFFF"/>
                  </a:solidFill>
                  <a:latin typeface="Avenir Next LT Pro" panose="020B0504020202020204" pitchFamily="34" charset="0"/>
                </a:rPr>
                <a:t>DATAORBIT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4456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flip="none" rotWithShape="1">
          <a:gsLst>
            <a:gs pos="0">
              <a:srgbClr val="8898A0"/>
            </a:gs>
            <a:gs pos="100000">
              <a:srgbClr val="9FACB3"/>
            </a:gs>
            <a:gs pos="100000">
              <a:srgbClr val="8898A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es-ES"/>
            </a:def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es-ES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es-ES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s-ES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703" r:id="rId3"/>
    <p:sldLayoutId id="2147483704" r:id="rId4"/>
    <p:sldLayoutId id="2147483688" r:id="rId5"/>
    <p:sldLayoutId id="2147483686" r:id="rId6"/>
    <p:sldLayoutId id="2147483685" r:id="rId7"/>
    <p:sldLayoutId id="2147483706" r:id="rId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EB8218F2-8BBA-F574-D480-C51E8DCD8D84}"/>
              </a:ext>
            </a:extLst>
          </p:cNvPr>
          <p:cNvSpPr/>
          <p:nvPr/>
        </p:nvSpPr>
        <p:spPr>
          <a:xfrm>
            <a:off x="5943769" y="2653513"/>
            <a:ext cx="2075789" cy="36933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b="1" kern="2100" spc="60" dirty="0">
                <a:solidFill>
                  <a:srgbClr val="323A46"/>
                </a:solidFill>
                <a:latin typeface="Avenir Next LT Pro" panose="020B0504020202020204" pitchFamily="34" charset="0"/>
              </a:rPr>
              <a:t>DATAORBIT</a:t>
            </a:r>
          </a:p>
        </p:txBody>
      </p:sp>
    </p:spTree>
    <p:extLst>
      <p:ext uri="{BB962C8B-B14F-4D97-AF65-F5344CB8AC3E}">
        <p14:creationId xmlns:p14="http://schemas.microsoft.com/office/powerpoint/2010/main" val="102178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B810D7B5-EEB8-D3B8-49B1-BBF71757D17D}"/>
              </a:ext>
            </a:extLst>
          </p:cNvPr>
          <p:cNvGrpSpPr/>
          <p:nvPr/>
        </p:nvGrpSpPr>
        <p:grpSpPr>
          <a:xfrm>
            <a:off x="4950710" y="3338268"/>
            <a:ext cx="2075789" cy="396000"/>
            <a:chOff x="9655276" y="1313453"/>
            <a:chExt cx="2075789" cy="396000"/>
          </a:xfrm>
        </p:grpSpPr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0CCB6B23-9406-1CA4-A83C-BD32C4979862}"/>
                </a:ext>
              </a:extLst>
            </p:cNvPr>
            <p:cNvSpPr/>
            <p:nvPr/>
          </p:nvSpPr>
          <p:spPr>
            <a:xfrm>
              <a:off x="9703170" y="1313453"/>
              <a:ext cx="1980000" cy="396000"/>
            </a:xfrm>
            <a:prstGeom prst="roundRect">
              <a:avLst/>
            </a:prstGeom>
            <a:solidFill>
              <a:srgbClr val="323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000" b="1" spc="300" dirty="0">
                <a:solidFill>
                  <a:srgbClr val="FFFFFF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EB8218F2-8BBA-F574-D480-C51E8DCD8D84}"/>
                </a:ext>
              </a:extLst>
            </p:cNvPr>
            <p:cNvSpPr/>
            <p:nvPr/>
          </p:nvSpPr>
          <p:spPr>
            <a:xfrm>
              <a:off x="9655276" y="1326787"/>
              <a:ext cx="2075789" cy="36933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2400" b="1" kern="2100" spc="60" dirty="0">
                  <a:solidFill>
                    <a:srgbClr val="FFFFFF"/>
                  </a:solidFill>
                  <a:latin typeface="Avenir Next LT Pro" panose="020B0504020202020204" pitchFamily="34" charset="0"/>
                </a:rPr>
                <a:t>DATAORBIT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5501058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Personalizado 7">
      <a:dk1>
        <a:srgbClr val="000080"/>
      </a:dk1>
      <a:lt1>
        <a:srgbClr val="000080"/>
      </a:lt1>
      <a:dk2>
        <a:srgbClr val="000080"/>
      </a:dk2>
      <a:lt2>
        <a:srgbClr val="000080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000000"/>
      </a:accent5>
      <a:accent6>
        <a:srgbClr val="D3D9DC"/>
      </a:accent6>
      <a:hlink>
        <a:srgbClr val="0066FF"/>
      </a:hlink>
      <a:folHlink>
        <a:srgbClr val="666699"/>
      </a:folHlink>
    </a:clrScheme>
    <a:fontScheme name="Personalizado 1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258_TF33713516_Win32" id="{DF728B89-FC3D-4E3A-BA79-B7D5AFC65CD2}" vid="{705D60A9-8AE8-4A8A-8A2B-380787BFC21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1802</TotalTime>
  <Words>2</Words>
  <Application>Microsoft Office PowerPoint</Application>
  <PresentationFormat>Panorámica</PresentationFormat>
  <Paragraphs>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Avenir Next LT Pro</vt:lpstr>
      <vt:lpstr>Calibri</vt:lpstr>
      <vt:lpstr>Gill Sans MT</vt:lpstr>
      <vt:lpstr>3DFloatVTI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AHV predictive efficiency model</dc:title>
  <dc:creator>Vicente  Pradenas</dc:creator>
  <cp:lastModifiedBy>Vicente Pradenas Concha</cp:lastModifiedBy>
  <cp:revision>8</cp:revision>
  <dcterms:created xsi:type="dcterms:W3CDTF">2024-04-02T18:30:45Z</dcterms:created>
  <dcterms:modified xsi:type="dcterms:W3CDTF">2024-11-05T14:25:28Z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